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Cadence Financial Group - Global Leadership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Operations Incident Escalation Directory</a:t>
            </a:r>
          </a:p>
          <a:p>
            <a:pPr>
              <a:defRPr sz="1600"/>
            </a:pPr>
            <a:r>
              <a:t>Incident Lead: David Miller</a:t>
            </a:r>
            <a:br/>
            <a:r>
              <a:t>Direct Phone: +1 415 555 2671</a:t>
            </a:r>
            <a:br/>
            <a:r>
              <a:t>Escalation Email: d.miller@cadencefinancial.com</a:t>
            </a:r>
            <a:br/>
            <a:r>
              <a:t>Employee Number: EMP99420</a:t>
            </a:r>
            <a:br/>
            <a:r>
              <a:t>Backup Contact: David Miller</a:t>
            </a:r>
            <a:br/>
            <a:r>
              <a:t>Server Subnet Gateway: 10.240.12.1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